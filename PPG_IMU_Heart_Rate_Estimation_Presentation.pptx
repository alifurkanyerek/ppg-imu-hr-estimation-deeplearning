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-5948" y="-3346"/>
            <a:ext cx="18293948" cy="10290346"/>
          </a:xfrm>
          <a:custGeom>
            <a:rect b="b" l="l" r="r" t="t"/>
            <a:pathLst>
              <a:path extrusionOk="0" h="10290346" w="18293948">
                <a:moveTo>
                  <a:pt x="0" y="0"/>
                </a:moveTo>
                <a:lnTo>
                  <a:pt x="18293948" y="0"/>
                </a:lnTo>
                <a:lnTo>
                  <a:pt x="18293948" y="10290346"/>
                </a:lnTo>
                <a:lnTo>
                  <a:pt x="0" y="10290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/>
          <p:nvPr/>
        </p:nvSpPr>
        <p:spPr>
          <a:xfrm>
            <a:off x="-496513" y="0"/>
            <a:ext cx="18996768" cy="10685682"/>
          </a:xfrm>
          <a:custGeom>
            <a:rect b="b" l="l" r="r" t="t"/>
            <a:pathLst>
              <a:path extrusionOk="0" h="10685682" w="18996768">
                <a:moveTo>
                  <a:pt x="0" y="0"/>
                </a:moveTo>
                <a:lnTo>
                  <a:pt x="18996768" y="0"/>
                </a:lnTo>
                <a:lnTo>
                  <a:pt x="18996768" y="10685682"/>
                </a:lnTo>
                <a:lnTo>
                  <a:pt x="0" y="10685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04" name="Google Shape;10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96513" y="5280474"/>
            <a:ext cx="11591162" cy="4967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06" l="0" r="-1813" t="-906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/>
          <p:nvPr/>
        </p:nvSpPr>
        <p:spPr>
          <a:xfrm>
            <a:off x="0" y="0"/>
            <a:ext cx="18270093" cy="10276927"/>
          </a:xfrm>
          <a:custGeom>
            <a:rect b="b" l="l" r="r" t="t"/>
            <a:pathLst>
              <a:path extrusionOk="0" h="10276927" w="18270093">
                <a:moveTo>
                  <a:pt x="0" y="0"/>
                </a:moveTo>
                <a:lnTo>
                  <a:pt x="18270093" y="0"/>
                </a:lnTo>
                <a:lnTo>
                  <a:pt x="18270093" y="10276927"/>
                </a:lnTo>
                <a:lnTo>
                  <a:pt x="0" y="10276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9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/>
          <p:nvPr/>
        </p:nvSpPr>
        <p:spPr>
          <a:xfrm>
            <a:off x="1428750" y="0"/>
            <a:ext cx="15430500" cy="10287000"/>
          </a:xfrm>
          <a:custGeom>
            <a:rect b="b" l="l" r="r" t="t"/>
            <a:pathLst>
              <a:path extrusionOk="0"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9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9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9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